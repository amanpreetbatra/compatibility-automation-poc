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56032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6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Compatibility Checker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BE4FE"/>
                </a:solidFill>
              </a:rPr>
              <a:t>Copilot PoC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3C5FD"/>
                </a:solidFill>
              </a:rPr>
              <a:t>Know before you patch.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Infrastructure Reliability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645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3017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3891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Know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5943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</a:rPr>
              <a:t>Before every patch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4FE"/>
                </a:solidFill>
              </a:rPr>
              <a:t>Patching is risky when compatibility is unknown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044"/>
                </a:solidFill>
              </a:rPr>
              <a:t>Before every kernel patch, engineers must manually verify compatibility with every installed enterprise application.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20240"/>
            <a:ext cx="2651760" cy="128016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920240"/>
            <a:ext cx="457200" cy="12801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920240"/>
            <a:ext cx="457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044"/>
                </a:solidFill>
              </a:rPr>
              <a:t>Open vendor HCL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e.g. veritas.com/support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3317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D4ED8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920240"/>
            <a:ext cx="2651760" cy="128016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1920240"/>
            <a:ext cx="457200" cy="12801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1920240"/>
            <a:ext cx="457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044"/>
                </a:solidFill>
              </a:rPr>
              <a:t>Search release notes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423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for kernel version range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3317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D4ED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920240"/>
            <a:ext cx="2651760" cy="128016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1920240"/>
            <a:ext cx="457200" cy="12801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920240"/>
            <a:ext cx="457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044"/>
                </a:solidFill>
              </a:rPr>
              <a:t>Check Red Hat advisories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423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cross-reference multiple docs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23317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D4ED8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60" y="1920240"/>
            <a:ext cx="2651760" cy="128016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52560" y="1920240"/>
            <a:ext cx="457200" cy="12801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1920240"/>
            <a:ext cx="457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044"/>
                </a:solidFill>
              </a:rPr>
              <a:t>Document findings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2423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manually in a spreadsheet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474720"/>
            <a:ext cx="11430000" cy="7315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5661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97706"/>
                </a:solidFill>
              </a:rPr>
              <a:t>⏱  30–60 minutes per patch window  ·  Error-prone  ·  Undocumented  ·  Repeated every time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480560"/>
            <a:ext cx="5303520" cy="173736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572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Without this check: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937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</a:rPr>
              <a:t>✗  Application crashes post-patch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28523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</a:rPr>
              <a:t>✗  Emergency rollbacks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63270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</a:rPr>
              <a:t>✗  Unplanned downtime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4480560"/>
            <a:ext cx="5303520" cy="17373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0" y="4572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With this check: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4937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A34A"/>
                </a:solidFill>
              </a:rPr>
              <a:t>✓  Patch with confidence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528523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A34A"/>
                </a:solidFill>
              </a:rPr>
              <a:t>✓  Documented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63270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A34A"/>
                </a:solidFill>
              </a:rPr>
              <a:t>✓  Faster patch cycles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4FE"/>
                </a:solidFill>
              </a:rPr>
              <a:t>Ask Copilot — get an answer in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1161288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2044"/>
                </a:solidFill>
              </a:rPr>
              <a:t>Is Veritas InfoScale 8.0.2 compatible with RHEL 8 kernel 4.18.0-477.el8?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233172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D4ED8"/>
                </a:solidFill>
              </a:rPr>
              <a:t>↓  Copilot searches vendor HCL + internet  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834640"/>
            <a:ext cx="11612880" cy="3291840"/>
          </a:xfrm>
          <a:prstGeom prst="rect">
            <a:avLst/>
          </a:prstGeom>
          <a:solidFill>
            <a:srgbClr val="F8FAFF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834640"/>
            <a:ext cx="1161288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8803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❌  NOT COMPATIBLE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29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044"/>
                </a:solidFill>
              </a:rPr>
              <a:t>Reason: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429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Supported range is 4.18.0-193.el8 → 4.18.0-425.el8. Kernel 4.18.0-477.el8 exceeds the upper bound.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962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044"/>
                </a:solidFill>
              </a:rPr>
              <a:t>References: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84962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1. Veritas HCL Oct 2023 — veritas.com/support — Section: Supported Kernels RHEL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2702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2. Release Notes 8.0.2 — veritas.com/support — Known Limitations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9087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044"/>
                </a:solidFill>
              </a:rPr>
              <a:t>Confidence: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6908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11149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044"/>
                </a:solidFill>
              </a:rPr>
              <a:t>Patch note: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511149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Safe maximum is 4.18.0-425.el8. Do not patch beyond this.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4FE"/>
                </a:solidFill>
              </a:rPr>
              <a:t>Three files. No servers. No pipeline.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1371600" cy="1188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82880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You ask
Copilot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945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D4ED8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1828800"/>
            <a:ext cx="1371600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82880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copilot-
instructions.md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1945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D4ED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828800"/>
            <a:ext cx="1371600" cy="11887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182880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sources/
{app}.yaml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1945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D4ED8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1828800"/>
            <a:ext cx="1371600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182880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Search
HCL + Web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1945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D4ED8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0" y="1828800"/>
            <a:ext cx="1371600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0" y="182880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Structured
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154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6B7280"/>
                </a:solidFill>
              </a:rPr>
              <a:t>plain
English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3154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6B7280"/>
                </a:solidFill>
              </a:rPr>
              <a:t>how to
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3154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6B7280"/>
                </a:solidFill>
              </a:rPr>
              <a:t>vendor
URLs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3154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6B7280"/>
                </a:solidFill>
              </a:rPr>
              <a:t>HCL +
internet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3154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6B7280"/>
                </a:solidFill>
              </a:rPr>
              <a:t>verdict +
refs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840480"/>
            <a:ext cx="3749039" cy="265176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3840480"/>
            <a:ext cx="3749039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86791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copilot-instructions.md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42793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2044"/>
                </a:solidFill>
              </a:rPr>
              <a:t>• Tells Copilot exactly how to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471830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2044"/>
                </a:solidFill>
              </a:rPr>
              <a:t>• Defines answer format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515721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2044"/>
                </a:solidFill>
              </a:rPr>
              <a:t>• Sets confidence rules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" y="5596127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2044"/>
                </a:solidFill>
              </a:rPr>
              <a:t>• Handles edge cases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59" y="3840480"/>
            <a:ext cx="3749039" cy="265176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51959" y="3840480"/>
            <a:ext cx="3749039" cy="34747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399" y="386791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sources/{app}.yaml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42793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2044"/>
                </a:solidFill>
              </a:rPr>
              <a:t>• Vendor HCL URLs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471830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2044"/>
                </a:solidFill>
              </a:rPr>
              <a:t>• Release notes URLs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515721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2044"/>
                </a:solidFill>
              </a:rPr>
              <a:t>• Search terms per app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5596127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2044"/>
                </a:solidFill>
              </a:rPr>
              <a:t>• Supported versions list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3840480"/>
            <a:ext cx="3749039" cy="26517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29600" y="3840480"/>
            <a:ext cx="3749039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386791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Answer format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42793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2044"/>
                </a:solidFill>
              </a:rPr>
              <a:t>• COMPATIBLE / NOT COMPATIBLE / UNKNOWN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471830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2044"/>
                </a:solidFill>
              </a:rPr>
              <a:t>• Exact version range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515721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2044"/>
                </a:solidFill>
              </a:rPr>
              <a:t>• Reference URLs + sections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5596127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2044"/>
                </a:solidFill>
              </a:rPr>
              <a:t>• Confidence + patch note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Sources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4FE"/>
                </a:solidFill>
              </a:rPr>
              <a:t>Define once. Copilot uses them every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044"/>
                </a:solidFill>
              </a:rPr>
              <a:t>Each application has a YAML file listing its official vendor docs and search terms. Copilot reads these automatically when you ask about that app.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28800"/>
            <a:ext cx="5486400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5486400" cy="32004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856231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sources/veritas-infoscale.yaml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4028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D4ED8"/>
                </a:solidFill>
              </a:rPr>
              <a:t>app: veritas-infoscale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49631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versions: [8.0.2, 9.1]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75234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platforms: [rhel, ubuntu]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00837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26440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D4ED8"/>
                </a:solidFill>
              </a:rPr>
              <a:t>docs: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52044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  - name: Veritas HCL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77647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    url: veritas.com/support/...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03250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    type: hcl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28853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54456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  - name: Release Notes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80060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    url: veritas.com/support/...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5663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    type: release_notes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31266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56869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D4ED8"/>
                </a:solidFill>
              </a:rPr>
              <a:t>search_terms: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82472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  - "veritas infoscale {version}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08076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     rhel {platform_version}"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182880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044"/>
                </a:solidFill>
              </a:rPr>
              <a:t>Included today: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2240280"/>
            <a:ext cx="585216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D4ED8"/>
                </a:solidFill>
              </a:rPr>
              <a:t>veritas-infoscale.yaml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2286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2044"/>
                </a:solidFill>
              </a:rPr>
              <a:t>Veritas InfoScale 7.4 – 9.1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2807208"/>
            <a:ext cx="585216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28529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891B2"/>
                </a:solidFill>
              </a:rPr>
              <a:t>oracle-db.yaml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285292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2044"/>
                </a:solidFill>
              </a:rPr>
              <a:t>Oracle Database 19c, 21c, 23ai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3374136"/>
            <a:ext cx="585216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41985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C3AED"/>
                </a:solidFill>
              </a:rPr>
              <a:t>sap-hana.yaml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341985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2044"/>
                </a:solidFill>
              </a:rPr>
              <a:t>SAP HANA 2.0 SPS06–08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4069080"/>
            <a:ext cx="5852160" cy="5486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41605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</a:rPr>
              <a:t>➕  Adding a new app = one YAML file, &lt; 5 minutes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4754880"/>
            <a:ext cx="5852160" cy="15087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72200" y="482803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You can also provide: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51663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2044"/>
                </a:solidFill>
              </a:rPr>
              <a:t>• Specific doc URLs you already trust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551383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2044"/>
                </a:solidFill>
              </a:rPr>
              <a:t>• Internal KB article links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586130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2044"/>
                </a:solidFill>
              </a:rPr>
              <a:t>• Vendor portal search terms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Future: LLM API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4FE"/>
                </a:solidFill>
              </a:rPr>
              <a:t>Same structure. Automated backend.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044"/>
                </a:solidFill>
              </a:rPr>
              <a:t>The PoC is built so that plugging in an LLM API requires zero structural changes.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28800"/>
            <a:ext cx="3749039" cy="448056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3749039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874519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Phase 1 — Now (PoC)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044"/>
                </a:solidFill>
              </a:rPr>
              <a:t>• VS Code Copilot 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0779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044"/>
                </a:solidFill>
              </a:rPr>
              <a:t>• Manual question → instant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3814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044"/>
                </a:solidFill>
              </a:rPr>
              <a:t>• No API key needed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6849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044"/>
                </a:solidFill>
              </a:rPr>
              <a:t>• Sources guide Copilot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828800"/>
            <a:ext cx="3749039" cy="44805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1828800"/>
            <a:ext cx="3749039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399" y="1874519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Phase 2 — LLM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377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044"/>
                </a:solidFill>
              </a:rPr>
              <a:t>• Same sources/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90779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044"/>
                </a:solidFill>
              </a:rPr>
              <a:t>• Script calls OpenAI / Anthropic / Azure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43814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044"/>
                </a:solidFill>
              </a:rPr>
              <a:t>• Fully automated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96849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044"/>
                </a:solidFill>
              </a:rPr>
              <a:t>• One env var to switch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828800"/>
            <a:ext cx="3749039" cy="44805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828800"/>
            <a:ext cx="3749039" cy="3840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874519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Phase 3 — UI /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377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044"/>
                </a:solidFill>
              </a:rPr>
              <a:t>• Web UI or CLI for wider teams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90779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044"/>
                </a:solidFill>
              </a:rPr>
              <a:t>• Patch tool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43814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044"/>
                </a:solidFill>
              </a:rPr>
              <a:t>• Bulk compatibility checks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96849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044"/>
                </a:solidFill>
              </a:rPr>
              <a:t>• Audit trail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6446520"/>
            <a:ext cx="11612880" cy="27432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46480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FFFFFF"/>
                </a:solidFill>
              </a:rPr>
              <a:t>sources/ files  ·  copilot-instructions  ·  answer format  — stay exactly the same across all phases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188720" cy="6583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88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2044"/>
                </a:solidFill>
              </a:rPr>
              <a:t>The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80160"/>
            <a:ext cx="10241280" cy="658368"/>
          </a:xfrm>
          <a:prstGeom prst="rect">
            <a:avLst/>
          </a:prstGeom>
          <a:solidFill>
            <a:srgbClr val="16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371600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30–60 min of manual research before every patch window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49424"/>
            <a:ext cx="1188720" cy="6583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249424"/>
            <a:ext cx="1188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2044"/>
                </a:solidFill>
              </a:rPr>
              <a:t>The solution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2249424"/>
            <a:ext cx="10241280" cy="658368"/>
          </a:xfrm>
          <a:prstGeom prst="rect">
            <a:avLst/>
          </a:prstGeom>
          <a:solidFill>
            <a:srgbClr val="16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2340864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Ask Copilot, get a structured answer with references in seconds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18688"/>
            <a:ext cx="1188720" cy="658368"/>
          </a:xfrm>
          <a:prstGeom prst="rect">
            <a:avLst/>
          </a:prstGeom>
          <a:solidFill>
            <a:srgbClr val="DB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218688"/>
            <a:ext cx="1188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2044"/>
                </a:solidFill>
              </a:rPr>
              <a:t>The 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3218688"/>
            <a:ext cx="10241280" cy="658368"/>
          </a:xfrm>
          <a:prstGeom prst="rect">
            <a:avLst/>
          </a:prstGeom>
          <a:solidFill>
            <a:srgbClr val="16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331012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copilot-instructions.md + sources/{app}.yaml — that's 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87952"/>
            <a:ext cx="1188720" cy="6583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187952"/>
            <a:ext cx="1188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2044"/>
                </a:solidFill>
              </a:rPr>
              <a:t>Adding apps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4187952"/>
            <a:ext cx="10241280" cy="658368"/>
          </a:xfrm>
          <a:prstGeom prst="rect">
            <a:avLst/>
          </a:prstGeom>
          <a:solidFill>
            <a:srgbClr val="16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0" y="4279392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One YAML file per application, &lt; 5 minutes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157216"/>
            <a:ext cx="1188720" cy="6583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157216"/>
            <a:ext cx="1188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2044"/>
                </a:solidFill>
              </a:rPr>
              <a:t>Future-ready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5157216"/>
            <a:ext cx="10241280" cy="658368"/>
          </a:xfrm>
          <a:prstGeom prst="rect">
            <a:avLst/>
          </a:prstGeom>
          <a:solidFill>
            <a:srgbClr val="16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0" y="5248656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LLM API plugs in with one env var — zero structural changes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